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7B2FBE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A855F7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486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BESEEN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与角色共生，与世界共创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18288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128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 · 沉浸叙事 · 情感陪伴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914400"/>
            <a:ext cx="3017520" cy="100584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9144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9875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500万RMB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种子轮融资目标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2194560"/>
            <a:ext cx="3017520" cy="100584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219456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2677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3,000万+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3年目标用户规模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3474720"/>
            <a:ext cx="3017520" cy="100584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347472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3547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2个月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MVP完整上线验证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· 种子轮 · 机密文件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问题与机遇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338328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778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74320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😔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情感孤独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4632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Z世代用户高度数字化，现实社交稀缺，渴望深度情感连接，但市面产品停留在浅层聊天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743200" cy="338328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778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234440"/>
            <a:ext cx="274320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2" name="Text 10"/>
          <p:cNvSpPr/>
          <p:nvPr/>
        </p:nvSpPr>
        <p:spPr>
          <a:xfrm>
            <a:off x="3264408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🎮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01568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内容消费 ≠ 创作参与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用户被动刷剧、看视频，缺乏真正的叙事共创体验，创作门槛高、回报低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08776" y="1234440"/>
            <a:ext cx="2743200" cy="338328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778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234440"/>
            <a:ext cx="2743200" cy="5486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45936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碎片化体验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73368" y="274320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聊天App、游戏、短剧、虚拟偶像各自割裂，用户在多个平台间切换，无法获得统一的沉浸感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7B2FBE">
              <a:alpha val="2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机遇：AI技术成熟 + AIGC爆发 + 情感经济崛起 → 万亿级互动叙事市场正在形成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产品概述 — Beseen是什么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15568"/>
            <a:ext cx="8229600" cy="804672"/>
          </a:xfrm>
          <a:prstGeom prst="rect">
            <a:avLst/>
          </a:prstGeom>
          <a:solidFill>
            <a:srgbClr val="7B2FBE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15568"/>
            <a:ext cx="64008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52144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Beseen 是一个「AI驱动的情感养成 × 交互叙事共创平台」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用户与有独立人格的AI角色建立真实关系，共同创作沉浸式剧本故事，并通过视觉引擎将剧本演绎为互动短剧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121408"/>
            <a:ext cx="2697480" cy="1261872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121408"/>
            <a:ext cx="269748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31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AI角色养成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2432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每个角色有行为树、日程表、社交圈，亲密度驱动互动方式进化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2121408"/>
            <a:ext cx="2697480" cy="1261872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2121408"/>
            <a:ext cx="269748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4" name="Text 12"/>
          <p:cNvSpPr/>
          <p:nvPr/>
        </p:nvSpPr>
        <p:spPr>
          <a:xfrm>
            <a:off x="3310128" y="2231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剧本共创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62432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用户创建剧本，视觉引擎演绎，不同选择分叉剧情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5896" y="2121408"/>
            <a:ext cx="2697480" cy="1261872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2121408"/>
            <a:ext cx="269748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223113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短剧化输出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63056" y="2624328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剧本自动生成互动短剧，UGC内容池反哺平台生态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11296"/>
            <a:ext cx="2697480" cy="1261872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11296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210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多模态互动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1421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 / 电话 / 语音 / 表情包 / 位置 / 线下约会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72968" y="3511296"/>
            <a:ext cx="2697480" cy="1261872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72968" y="3511296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10128" y="36210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社交圈渗透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0128" y="401421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达到亲密度阈值后，进入角色真实社交关系网络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25896" y="3511296"/>
            <a:ext cx="2697480" cy="1261872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25896" y="3511296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163056" y="362102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 情绪匹配陪伴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63056" y="4014216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情绪感知分区，实时匹配剧本与陪伴角色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核心产品体验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43000"/>
            <a:ext cx="2724912" cy="3767328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77800" dist="38100" dir="8100000">
              <a:srgbClr val="000000">
                <a:alpha val="3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24912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2588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🤝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角色养成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143000" y="2633472"/>
            <a:ext cx="1078992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276148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与有独立人格的AI角色建立真实关系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3337560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关系深度影响一切——角色如何对你说话、愿意分享什么、带你进入哪个世界，都由你们之间的关系决定。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724912" cy="3767328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77800" dist="38100" dir="8100000">
              <a:srgbClr val="000000">
                <a:alpha val="3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72491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2588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🎬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337560" y="21214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剧本共创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023360" y="2633472"/>
            <a:ext cx="107899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276148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用户创作并亲身体验沉浸式互动故事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3337560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你既是编剧也是主角。每一个选择都真实影响剧情走向，故事因你而不同。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143000"/>
            <a:ext cx="2724912" cy="3767328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77800" dist="38100" dir="8100000">
              <a:srgbClr val="000000">
                <a:alpha val="3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143000"/>
            <a:ext cx="2724912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325880"/>
            <a:ext cx="2724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🌙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217920" y="21214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情绪陪伴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03720" y="2633472"/>
            <a:ext cx="1078992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4" name="Text 22"/>
          <p:cNvSpPr/>
          <p:nvPr/>
        </p:nvSpPr>
        <p:spPr>
          <a:xfrm>
            <a:off x="6245352" y="2761488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平台感知你的情绪，随时匹配最合适的内容与角色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45352" y="3337560"/>
            <a:ext cx="2395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无论此刻你是平静、低落还是兴奋，Beseen都能找到与你当下状态最共鸣的陪伴方式。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商业模式 — 多层次变现矩阵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2697480" cy="169164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25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  会员订阅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1207008"/>
            <a:ext cx="896112" cy="274320"/>
          </a:xfrm>
          <a:prstGeom prst="rect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20700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核心收入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月卡 / 季卡 / 年卡梯度定价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解锁高级角色互动频次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专属角色皮肤 &amp; 主题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1115568"/>
            <a:ext cx="2697480" cy="169164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1115568"/>
            <a:ext cx="269748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1225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亲密度付费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10328" y="1207008"/>
            <a:ext cx="896112" cy="274320"/>
          </a:xfrm>
          <a:prstGeom prst="rect">
            <a:avLst/>
          </a:prstGeom>
          <a:solidFill>
            <a:srgbClr val="EC4899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10328" y="120700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情感经济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1664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亲密度加速道具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9933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亲密度关卡剧情解锁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专属约会剧本购买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25896" y="1115568"/>
            <a:ext cx="2697480" cy="169164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25896" y="1115568"/>
            <a:ext cx="26974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163056" y="12252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 道具 &amp; 礼物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63256" y="1207008"/>
            <a:ext cx="896112" cy="274320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763256" y="120700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高频小额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63056" y="166420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角色专属礼物（影响好感度）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63056" y="19933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表情包 / 特效道具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63056" y="23225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场景装饰 &amp; 背景音乐包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71800"/>
            <a:ext cx="4160520" cy="169164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71800"/>
            <a:ext cx="416052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081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🎞️  剧本 &amp; IP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520440" y="3063240"/>
            <a:ext cx="896112" cy="274320"/>
          </a:xfrm>
          <a:prstGeom prst="rect">
            <a:avLst/>
          </a:prstGeom>
          <a:solidFill>
            <a:srgbClr val="A855F7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30632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长尾价值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520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付费剧本DLC购买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8496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爆款剧本短剧授权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178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IP改编 / 联名合作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72968" y="2971800"/>
            <a:ext cx="4160520" cy="1691640"/>
          </a:xfrm>
          <a:prstGeom prst="rect">
            <a:avLst/>
          </a:prstGeom>
          <a:solidFill>
            <a:srgbClr val="1A1A3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72968" y="2971800"/>
            <a:ext cx="416052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3310128" y="3081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记忆回显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73368" y="3063240"/>
            <a:ext cx="896112" cy="274320"/>
          </a:xfrm>
          <a:prstGeom prst="rect">
            <a:avLst/>
          </a:prstGeom>
          <a:solidFill>
            <a:srgbClr val="F97316">
              <a:alpha val="7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73368" y="306324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情感锁定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10128" y="35204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生成用户&amp;角色专属回忆集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10128" y="38496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珍贵时刻永久存档服务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10128" y="4178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情感NFT（Web3扩展）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市场规模 — TAM / SAM / SOM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572000" cy="3749040"/>
          </a:xfrm>
          <a:prstGeom prst="ellipse">
            <a:avLst/>
          </a:prstGeom>
          <a:solidFill>
            <a:srgbClr val="7B2FBE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00200"/>
            <a:ext cx="3291840" cy="2743200"/>
          </a:xfrm>
          <a:prstGeom prst="ellipse">
            <a:avLst/>
          </a:prstGeom>
          <a:solidFill>
            <a:srgbClr val="7B2FBE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2103120"/>
            <a:ext cx="1828800" cy="1828800"/>
          </a:xfrm>
          <a:prstGeom prst="ellipse">
            <a:avLst/>
          </a:prstGeom>
          <a:solidFill>
            <a:srgbClr val="7B2FBE">
              <a:alpha val="6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1188720"/>
            <a:ext cx="3657600" cy="1143000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188720"/>
            <a:ext cx="64008" cy="11430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全球互动娱乐+虚拟伴侣市场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94960" y="1536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¥4.2万亿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94960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全球AI伴侣/互动叙事/短剧市场合并规模（2027E）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2468880"/>
            <a:ext cx="3657600" cy="1143000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2080" y="2468880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25420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中国情感社交+短剧+AIGC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0" y="2816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¥8,000亿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394960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中国Z世代情感社交与AI内容创作核心市场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3749040"/>
            <a:ext cx="3657600" cy="1143000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0" y="3749040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39496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3年内可占据份额（保守估计）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94960" y="40965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¥60亿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394960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聚焦18-35岁Z世代，3年DAU 3000万，约0.07%市占率，聚焦精准情感需求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竞争格局 — Beseen的差异化壁垒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97280"/>
            <a:ext cx="8503920" cy="4114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14173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115568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AI角色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88920" y="1115568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剧本创作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115568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情绪感知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115568"/>
            <a:ext cx="914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1115568"/>
            <a:ext cx="1051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短剧输出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115568"/>
            <a:ext cx="1234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养成系统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554480"/>
            <a:ext cx="8503920" cy="603504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645920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Beseen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16459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全套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88920" y="16459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UGC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0" y="16459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全感知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645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164592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0" y="164592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完整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212848"/>
            <a:ext cx="8503920" cy="603504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304288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Character.AI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23042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聊天级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88920" y="23042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40480" y="23042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23042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06440" y="23042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0" y="2304288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2871216"/>
            <a:ext cx="8503920" cy="603504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" y="2962656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星野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29626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聊天级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88920" y="29626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40480" y="29626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29626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06440" y="296265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0" y="2962656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3529584"/>
            <a:ext cx="8503920" cy="603504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" y="3621024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恋与制作人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362102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剧情固定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88920" y="362102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40480" y="362102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92040" y="362102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806440" y="362102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58000" y="362102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4187952"/>
            <a:ext cx="8503920" cy="603504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" y="427939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互动短剧平台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737360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788920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被动选择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840480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892040" y="42793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806440" y="427939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858000" y="427939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700016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核心壁垒：角色AI人格引擎 + 剧本飞轮 + 情绪数据资产 + 亲密关系沉淀（迁移成本极高）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当前进度 — MVP 已完成 70%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15568"/>
            <a:ext cx="2560320" cy="2560320"/>
          </a:xfrm>
          <a:prstGeom prst="ellipse">
            <a:avLst/>
          </a:prstGeom>
          <a:solidFill>
            <a:srgbClr val="1A1A3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52728"/>
            <a:ext cx="2286000" cy="2286000"/>
          </a:xfrm>
          <a:prstGeom prst="ellipse">
            <a:avLst/>
          </a:prstGeom>
          <a:solidFill>
            <a:srgbClr val="7B2FB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15568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3493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完成度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11155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模块完成情况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5577840" cy="384048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554480"/>
            <a:ext cx="457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1645920"/>
            <a:ext cx="1188720" cy="20116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1645920"/>
            <a:ext cx="11887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6093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AI角色人格引擎（对话 &amp; 情绪响应）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16368" y="165506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029968"/>
            <a:ext cx="5577840" cy="384048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2029968"/>
            <a:ext cx="457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0" y="2121408"/>
            <a:ext cx="1188720" cy="20116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0" y="2121408"/>
            <a:ext cx="11887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364992" y="20848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亲密度状态机 &amp; 行为树基础框架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516368" y="213055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46120" y="2505456"/>
            <a:ext cx="5577840" cy="384048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46120" y="2505456"/>
            <a:ext cx="457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2596896"/>
            <a:ext cx="1188720" cy="20116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2596896"/>
            <a:ext cx="11887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364992" y="256032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多模态交互：聊天 / 表情包 / 语音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16368" y="260604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2980944"/>
            <a:ext cx="5577840" cy="384048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29" name="Shape 27"/>
          <p:cNvSpPr/>
          <p:nvPr/>
        </p:nvSpPr>
        <p:spPr>
          <a:xfrm>
            <a:off x="3246120" y="2980944"/>
            <a:ext cx="4572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0" y="3072384"/>
            <a:ext cx="1188720" cy="20116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0" y="3072384"/>
            <a:ext cx="1188720" cy="2011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3364992" y="303580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剧本创作编辑器（基础版）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16368" y="308152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46120" y="3456432"/>
            <a:ext cx="5577840" cy="384048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5" name="Shape 33"/>
          <p:cNvSpPr/>
          <p:nvPr/>
        </p:nvSpPr>
        <p:spPr>
          <a:xfrm>
            <a:off x="3246120" y="3456432"/>
            <a:ext cx="45720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0" y="3547872"/>
            <a:ext cx="1188720" cy="20116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7" name="Shape 35"/>
          <p:cNvSpPr/>
          <p:nvPr/>
        </p:nvSpPr>
        <p:spPr>
          <a:xfrm>
            <a:off x="7498080" y="3547872"/>
            <a:ext cx="0" cy="20116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8" name="Text 36"/>
          <p:cNvSpPr/>
          <p:nvPr/>
        </p:nvSpPr>
        <p:spPr>
          <a:xfrm>
            <a:off x="3364992" y="35112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⬜ 视觉引擎渲染 &amp; 多结局分支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516368" y="355701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待完成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46120" y="3931920"/>
            <a:ext cx="5577840" cy="384048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41" name="Shape 39"/>
          <p:cNvSpPr/>
          <p:nvPr/>
        </p:nvSpPr>
        <p:spPr>
          <a:xfrm>
            <a:off x="3246120" y="3931920"/>
            <a:ext cx="45720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2" name="Shape 40"/>
          <p:cNvSpPr/>
          <p:nvPr/>
        </p:nvSpPr>
        <p:spPr>
          <a:xfrm>
            <a:off x="7498080" y="4023360"/>
            <a:ext cx="1188720" cy="20116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43" name="Shape 41"/>
          <p:cNvSpPr/>
          <p:nvPr/>
        </p:nvSpPr>
        <p:spPr>
          <a:xfrm>
            <a:off x="7498080" y="4023360"/>
            <a:ext cx="0" cy="20116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4" name="Text 42"/>
          <p:cNvSpPr/>
          <p:nvPr/>
        </p:nvSpPr>
        <p:spPr>
          <a:xfrm>
            <a:off x="3364992" y="398678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⬜ 情绪感知分区 &amp; 剧本匹配算法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16368" y="403250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待完成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46120" y="4407408"/>
            <a:ext cx="5577840" cy="384048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47" name="Shape 45"/>
          <p:cNvSpPr/>
          <p:nvPr/>
        </p:nvSpPr>
        <p:spPr>
          <a:xfrm>
            <a:off x="3246120" y="4407408"/>
            <a:ext cx="45720" cy="3840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8" name="Shape 46"/>
          <p:cNvSpPr/>
          <p:nvPr/>
        </p:nvSpPr>
        <p:spPr>
          <a:xfrm>
            <a:off x="7498080" y="4498848"/>
            <a:ext cx="1188720" cy="201168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49" name="Shape 47"/>
          <p:cNvSpPr/>
          <p:nvPr/>
        </p:nvSpPr>
        <p:spPr>
          <a:xfrm>
            <a:off x="7498080" y="4498848"/>
            <a:ext cx="0" cy="201168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50" name="Text 48"/>
          <p:cNvSpPr/>
          <p:nvPr/>
        </p:nvSpPr>
        <p:spPr>
          <a:xfrm>
            <a:off x="3364992" y="44622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⬜ 社交圈渗透 &amp; 线下约会剧本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516368" y="450799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待完成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20040" y="4663440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核心结论：产品主干已跑通，剩余30%均为可验证留存与付费的关键功能，需要小规模真实用户数据驱动下一步决策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融资策略 — 种子轮500万，用数据解锁下一轮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115568"/>
            <a:ext cx="4069080" cy="3794760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15568"/>
            <a:ext cx="4069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43584"/>
            <a:ext cx="109728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43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64208" y="1261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天使 / 种子轮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¥500万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目标：验证留存 &amp; 付费意愿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74904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服务器 &amp; 算力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0" y="2907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¥180万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638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云端推理 + 存储，支撑2个月MVP + 4个月验证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核心团队人力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43200" y="3401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¥200万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6576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8人团队 × 6个月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8953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用户留存验证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0" y="3895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¥80万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5137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1万付费用户AB测试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剩余功能开发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0" y="4389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¥40万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6451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完成最后30% MVP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72000" y="2670048"/>
            <a:ext cx="54864" cy="0"/>
          </a:xfrm>
          <a:prstGeom prst="rect">
            <a:avLst/>
          </a:prstGeom>
          <a:noFill/>
          <a:ln/>
        </p:spPr>
      </p:sp>
      <p:sp>
        <p:nvSpPr>
          <p:cNvPr id="27" name="Shape 25"/>
          <p:cNvSpPr/>
          <p:nvPr/>
        </p:nvSpPr>
        <p:spPr>
          <a:xfrm>
            <a:off x="4343400" y="2944368"/>
            <a:ext cx="594360" cy="109728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2944368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115568"/>
            <a:ext cx="3794760" cy="3794760"/>
          </a:xfrm>
          <a:prstGeom prst="rect">
            <a:avLst/>
          </a:prstGeom>
          <a:solidFill>
            <a:srgbClr val="1A1A3A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1115568"/>
            <a:ext cx="3794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5166360" y="1243584"/>
            <a:ext cx="109728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1243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73368" y="1261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Pre-A 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1627632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CD3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¥1亿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516636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目标：规模化增长 &amp; 商业化验证（数据达标后启动）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66360" y="2788920"/>
            <a:ext cx="347472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29077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产品研发深化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29077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314553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剧本引擎 + 视觉渲染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212080" y="3310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AI模型 &amp; 算力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98080" y="3310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54787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大规模推理基础设施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212080" y="3712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 运营 &amp; 市场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498080" y="37124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395020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冷启动获客 + 品牌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12080" y="4114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 内容生态建设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98080" y="4114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12080" y="435254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创作者激励计划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212080" y="4517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行政 &amp; 储备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98080" y="45171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12080" y="475488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法务 / 财务 / 运营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20040" y="4663440"/>
            <a:ext cx="54864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 Pre-A触发条件（6个月后）：DAU ≥ 5万 · 次月留存率 ≥ 40% · 付费转化率 ≥ 8% | 以数据定价，用留存换估值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914400"/>
            <a:ext cx="4572000" cy="4572000"/>
          </a:xfrm>
          <a:prstGeom prst="ellipse">
            <a:avLst/>
          </a:prstGeom>
          <a:solidFill>
            <a:srgbClr val="7B2FB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-914400"/>
            <a:ext cx="2743200" cy="274320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spc="10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BESEEN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让每一个人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都被真实看见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0" y="2944368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906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我们相信：情感连接是人类永恒需求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AI让角色变得真实，而Beseen让故事变成生命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4041648"/>
            <a:ext cx="3291840" cy="65836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404164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联系我们，共创未来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contact@beseen.ai  ·  机密文件，仅供投资机构参考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Beseen - 商业计划书</dc:title>
  <dc:subject>PptxGenJS Presentation</dc:subject>
  <dc:creator>PptxGenJS</dc:creator>
  <cp:lastModifiedBy>PptxGenJS</cp:lastModifiedBy>
  <cp:revision>1</cp:revision>
  <dcterms:created xsi:type="dcterms:W3CDTF">2026-05-15T00:50:19Z</dcterms:created>
  <dcterms:modified xsi:type="dcterms:W3CDTF">2026-05-15T00:50:19Z</dcterms:modified>
</cp:coreProperties>
</file>